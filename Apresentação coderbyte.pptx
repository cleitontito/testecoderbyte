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457" autoAdjust="0"/>
    <p:restoredTop sz="94660"/>
  </p:normalViewPr>
  <p:slideViewPr>
    <p:cSldViewPr snapToGrid="0">
      <p:cViewPr varScale="1">
        <p:scale>
          <a:sx n="89" d="100"/>
          <a:sy n="89" d="100"/>
        </p:scale>
        <p:origin x="90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AE7CDD-F1C9-49EB-1192-97E2B3603E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425CF9-496D-993F-8B9B-B5D4D236E3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B9FE6D-A4A6-02CD-6C8E-FB164BBC5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586C8-BE7F-48A1-9D2C-9778021D35EF}" type="datetimeFigureOut">
              <a:rPr lang="pt-BR" smtClean="0"/>
              <a:t>17/06/2023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D5BC08-8796-0D7A-AA3D-7FFE68B36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85FD8F-A50A-D25B-2366-9B668D795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370D-5147-4BBC-91CC-11F5F77A7A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2453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BEAE79-CE9D-CF01-5275-FA5F8EFC1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8C9A10-CDCE-A494-628B-737C250B2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34CF73-D584-7A29-A57C-3EB594697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586C8-BE7F-48A1-9D2C-9778021D35EF}" type="datetimeFigureOut">
              <a:rPr lang="pt-BR" smtClean="0"/>
              <a:t>17/06/2023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449542-0221-03EB-4743-F94BDEFE8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E3F6F9C-FD35-A0B8-6C5C-025FA2F91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370D-5147-4BBC-91CC-11F5F77A7A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9070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A1F829-9990-63F0-0D54-E234CB28A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627CD7C-4151-AF45-5D6E-8B6C97C3B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1E8431-DA89-1D54-433A-8A2DFCBAC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586C8-BE7F-48A1-9D2C-9778021D35EF}" type="datetimeFigureOut">
              <a:rPr lang="pt-BR" smtClean="0"/>
              <a:t>17/06/2023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B686067-98FC-81C9-EBFB-41AC936F6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18607C-CC33-4E93-AF60-45FBAEBEA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370D-5147-4BBC-91CC-11F5F77A7A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8792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037D0D-EC27-CAE3-8966-5DA900B3E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744073-1681-2579-383F-D36B0F3EF0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5998294-F4AF-156B-44AB-54042F32F5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C9FAA00-F4E0-428F-EB3A-506F718D2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586C8-BE7F-48A1-9D2C-9778021D35EF}" type="datetimeFigureOut">
              <a:rPr lang="pt-BR" smtClean="0"/>
              <a:t>17/06/2023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36DEF34-F6CC-BDDF-72D3-75CAC3363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84B2E8D-D7B1-4E58-A5D2-A6AFC3940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370D-5147-4BBC-91CC-11F5F77A7A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9347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5ACD39-A7A7-BC99-9AA0-C96933B6A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ACF6272-07DD-A1EF-6797-8AAD3AF50E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2C8359A-4484-71BD-71DA-97E5EE146A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562AADC-5C2F-829D-A856-4F1F59F221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6A4837D-B40A-381C-9A63-08D4AD3C5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BCAE14C-C2D5-EFC2-0544-6A360E4B2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586C8-BE7F-48A1-9D2C-9778021D35EF}" type="datetimeFigureOut">
              <a:rPr lang="pt-BR" smtClean="0"/>
              <a:t>17/06/2023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3C283CD-1FB7-8530-7E6C-D54EFBB8E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D8C1DF0-95C3-F41C-9D08-722CC70A1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370D-5147-4BBC-91CC-11F5F77A7A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859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D0C374-F206-40D4-CA18-1DFA9CBD6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C8EE41C-B0D3-57E5-15FC-E42CC8A6B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586C8-BE7F-48A1-9D2C-9778021D35EF}" type="datetimeFigureOut">
              <a:rPr lang="pt-BR" smtClean="0"/>
              <a:t>17/06/2023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60E3571-A8DF-D5F4-3596-3E73D8024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819632E-FBDB-6FCC-C052-2460CC62D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370D-5147-4BBC-91CC-11F5F77A7A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7994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5139CB2-2860-0EC2-FD53-7597E581F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586C8-BE7F-48A1-9D2C-9778021D35EF}" type="datetimeFigureOut">
              <a:rPr lang="pt-BR" smtClean="0"/>
              <a:t>17/06/2023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2EA8595-CA38-AB48-0F05-047BF8815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681BBE7-5239-FD0D-8D4C-4488D5BB7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370D-5147-4BBC-91CC-11F5F77A7A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031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479A74-D5FF-5EDA-B83A-A62227D83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D8F32A-748A-4227-9969-A77FD02D1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D31AC9F-540B-ED05-C009-892BFBC503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1C2164F-DDF2-E1EA-AA7B-EE698334E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586C8-BE7F-48A1-9D2C-9778021D35EF}" type="datetimeFigureOut">
              <a:rPr lang="pt-BR" smtClean="0"/>
              <a:t>17/06/2023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49C8E2C-401B-CA49-10F7-3593CB4A9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D5FBAB6-2935-5D93-A891-EF36CE802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370D-5147-4BBC-91CC-11F5F77A7A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6901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8E71BE-3FB0-4303-707F-B743B2AC2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C82218A-4A1D-BFD9-31F1-7908A14100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1CF47B6-770F-4654-BF8D-7392224193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F3E78FD-0DD4-0D86-1886-6D19BF6A2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586C8-BE7F-48A1-9D2C-9778021D35EF}" type="datetimeFigureOut">
              <a:rPr lang="pt-BR" smtClean="0"/>
              <a:t>17/06/2023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CFEA668-E5C0-19B6-8646-7E3162798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98F3577-6FF0-4D58-666C-70948A4E4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370D-5147-4BBC-91CC-11F5F77A7A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670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EC5EA2-6CD2-51D7-63C4-790F7B3CB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6FD279A-BF0A-C4DF-C3FE-43AED28F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DA5A529-7B12-B151-7EF1-C37402736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586C8-BE7F-48A1-9D2C-9778021D35EF}" type="datetimeFigureOut">
              <a:rPr lang="pt-BR" smtClean="0"/>
              <a:t>17/06/2023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619DA5D-D916-1037-C0F0-2B1EF83AC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777A1F-88F3-98C7-225D-7795C567A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370D-5147-4BBC-91CC-11F5F77A7A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840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030D495-43DE-1AA7-BFBB-3905114A27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D739906-9885-177D-CBCD-9D7B8B175B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BA4D4D-A396-A1BE-E31C-FAF3C4D6F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586C8-BE7F-48A1-9D2C-9778021D35EF}" type="datetimeFigureOut">
              <a:rPr lang="pt-BR" smtClean="0"/>
              <a:t>17/06/2023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D4A9641-B859-3AB2-12DF-D2C025050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3B63F8-AFC3-8575-006B-93C781438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B370D-5147-4BBC-91CC-11F5F77A7A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2243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A49D70-AA17-D72D-EF8F-D806AF996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3C2D3BD-F655-04FE-C34A-27FA8F4731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A5CBE0-513F-5169-F128-1F55548CA4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A586C8-BE7F-48A1-9D2C-9778021D35EF}" type="datetimeFigureOut">
              <a:rPr lang="pt-BR" smtClean="0"/>
              <a:t>17/06/2023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7052DB-9657-8DE1-D06F-DF262CC7C7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45E8F7A-B187-841E-5E78-86AC7AF2DF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AB370D-5147-4BBC-91CC-11F5F77A7A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1428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9C83D3F0-6368-C430-8F06-D755193FD91C}"/>
              </a:ext>
            </a:extLst>
          </p:cNvPr>
          <p:cNvSpPr txBox="1"/>
          <p:nvPr/>
        </p:nvSpPr>
        <p:spPr>
          <a:xfrm>
            <a:off x="441064" y="473336"/>
            <a:ext cx="18020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/>
              <a:t>Clientes com acesso a internet.</a:t>
            </a:r>
          </a:p>
          <a:p>
            <a:r>
              <a:rPr lang="pt-BR" sz="1000" dirty="0"/>
              <a:t> (independente da velocidade)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4FE9B31-0998-053D-17AC-4871F7E25FA8}"/>
              </a:ext>
            </a:extLst>
          </p:cNvPr>
          <p:cNvSpPr txBox="1"/>
          <p:nvPr/>
        </p:nvSpPr>
        <p:spPr>
          <a:xfrm>
            <a:off x="3875446" y="405947"/>
            <a:ext cx="1514137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50" dirty="0"/>
              <a:t>Site com divulgação de datas e horário de vendas de ingressos.</a:t>
            </a:r>
          </a:p>
          <a:p>
            <a:r>
              <a:rPr lang="pt-BR" sz="1800" dirty="0"/>
              <a:t> 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98485ED-8109-D41C-64B4-6943B8B74515}"/>
              </a:ext>
            </a:extLst>
          </p:cNvPr>
          <p:cNvSpPr txBox="1"/>
          <p:nvPr/>
        </p:nvSpPr>
        <p:spPr>
          <a:xfrm>
            <a:off x="3387845" y="2715811"/>
            <a:ext cx="28722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/>
              <a:t>Site que irá disponibilizar uma fila de requisição de ingressos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F28109B-A9F5-A2BE-2299-9D9906B2ED25}"/>
              </a:ext>
            </a:extLst>
          </p:cNvPr>
          <p:cNvSpPr txBox="1"/>
          <p:nvPr/>
        </p:nvSpPr>
        <p:spPr>
          <a:xfrm>
            <a:off x="8946331" y="2893821"/>
            <a:ext cx="32456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/>
              <a:t>Serviço de gerenciamento de quantia de ingressos que vai gerenciar para que não ultrapasse o limite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02AE7C5-10B1-5BD8-A71D-1DA2FC56836E}"/>
              </a:ext>
            </a:extLst>
          </p:cNvPr>
          <p:cNvSpPr txBox="1"/>
          <p:nvPr/>
        </p:nvSpPr>
        <p:spPr>
          <a:xfrm>
            <a:off x="7223093" y="478756"/>
            <a:ext cx="28722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/>
              <a:t>Fila de solicitação que vai armazenar as requisições de compras por ordem de chegada.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AD5A125-100D-F373-BD7F-8589854D6B5B}"/>
              </a:ext>
            </a:extLst>
          </p:cNvPr>
          <p:cNvSpPr txBox="1"/>
          <p:nvPr/>
        </p:nvSpPr>
        <p:spPr>
          <a:xfrm>
            <a:off x="2692103" y="4744340"/>
            <a:ext cx="287229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/>
              <a:t>Um sistema de processamento de solicitações que ira rodar as ordens de compras conforme a ordem da fila.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9F80874-89FE-31ED-E54D-A79BA647CCD9}"/>
              </a:ext>
            </a:extLst>
          </p:cNvPr>
          <p:cNvSpPr txBox="1"/>
          <p:nvPr/>
        </p:nvSpPr>
        <p:spPr>
          <a:xfrm>
            <a:off x="244796" y="3108478"/>
            <a:ext cx="23750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/>
              <a:t>Retorno da requisição de compra para o cliente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527EC54-8ADD-3F29-6A1B-4D306A87900D}"/>
              </a:ext>
            </a:extLst>
          </p:cNvPr>
          <p:cNvSpPr txBox="1"/>
          <p:nvPr/>
        </p:nvSpPr>
        <p:spPr>
          <a:xfrm>
            <a:off x="6720282" y="5037026"/>
            <a:ext cx="24550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/>
              <a:t>Um sistema de processamento de dados para levantamento do andamento das vendas, quantos ingressos vendidos, disponíveis, quantos em andamento... </a:t>
            </a:r>
            <a:r>
              <a:rPr lang="pt-BR" sz="1000" dirty="0" err="1"/>
              <a:t>etc</a:t>
            </a:r>
            <a:endParaRPr lang="pt-BR" sz="1000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0DE951B0-A2FA-3CAD-AA19-8FD1C2C7A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902" y="1011383"/>
            <a:ext cx="1861198" cy="1424048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22BF81D5-A07B-17F4-24B2-72753EAD3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814" y="988040"/>
            <a:ext cx="2120646" cy="1185067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C17FDB24-DE8D-A1CB-324C-6A67959EEC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7342" y="3183734"/>
            <a:ext cx="2047051" cy="1092683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09C7C056-C329-FA7B-1F92-CF3ECF48BC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6669" y="888782"/>
            <a:ext cx="1651760" cy="1585310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F715F4E2-60AD-E4F9-141D-ADF379F342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8429" y="3336448"/>
            <a:ext cx="2295525" cy="1476375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03532F53-5021-0A3A-4389-8839F8ED85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38065" y="5298338"/>
            <a:ext cx="2733655" cy="1341671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6C081394-5E33-28EA-16B4-3006E269CE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9902" y="4129977"/>
            <a:ext cx="1685925" cy="1228725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0B78DF9D-5150-2C75-9E07-50E5A215DE5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97597" y="5744912"/>
            <a:ext cx="1784279" cy="992579"/>
          </a:xfrm>
          <a:prstGeom prst="rect">
            <a:avLst/>
          </a:prstGeom>
        </p:spPr>
      </p:pic>
      <p:cxnSp>
        <p:nvCxnSpPr>
          <p:cNvPr id="30" name="Conector de Seta Reta 29">
            <a:extLst>
              <a:ext uri="{FF2B5EF4-FFF2-40B4-BE49-F238E27FC236}">
                <a16:creationId xmlns:a16="http://schemas.microsoft.com/office/drawing/2014/main" id="{A868F644-CC9B-EB6C-4BA9-1D61C09DA500}"/>
              </a:ext>
            </a:extLst>
          </p:cNvPr>
          <p:cNvCxnSpPr/>
          <p:nvPr/>
        </p:nvCxnSpPr>
        <p:spPr>
          <a:xfrm flipV="1">
            <a:off x="2391732" y="1482718"/>
            <a:ext cx="1158292" cy="1368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91A8E5AB-1184-A12B-0AC1-C3C5659E6815}"/>
              </a:ext>
            </a:extLst>
          </p:cNvPr>
          <p:cNvCxnSpPr>
            <a:cxnSpLocks/>
          </p:cNvCxnSpPr>
          <p:nvPr/>
        </p:nvCxnSpPr>
        <p:spPr>
          <a:xfrm>
            <a:off x="2391732" y="1765647"/>
            <a:ext cx="964654" cy="1964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489F1147-B820-B554-F3EC-AEFB1796A7EC}"/>
              </a:ext>
            </a:extLst>
          </p:cNvPr>
          <p:cNvCxnSpPr>
            <a:cxnSpLocks/>
          </p:cNvCxnSpPr>
          <p:nvPr/>
        </p:nvCxnSpPr>
        <p:spPr>
          <a:xfrm flipV="1">
            <a:off x="5582993" y="1681437"/>
            <a:ext cx="1904329" cy="19133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>
            <a:extLst>
              <a:ext uri="{FF2B5EF4-FFF2-40B4-BE49-F238E27FC236}">
                <a16:creationId xmlns:a16="http://schemas.microsoft.com/office/drawing/2014/main" id="{69A94D10-8353-3C30-595F-EB771D78E7E7}"/>
              </a:ext>
            </a:extLst>
          </p:cNvPr>
          <p:cNvCxnSpPr>
            <a:cxnSpLocks/>
          </p:cNvCxnSpPr>
          <p:nvPr/>
        </p:nvCxnSpPr>
        <p:spPr>
          <a:xfrm>
            <a:off x="8056026" y="2488842"/>
            <a:ext cx="1106654" cy="16272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de Seta Reta 40">
            <a:extLst>
              <a:ext uri="{FF2B5EF4-FFF2-40B4-BE49-F238E27FC236}">
                <a16:creationId xmlns:a16="http://schemas.microsoft.com/office/drawing/2014/main" id="{20EBE9EC-FAD5-01C6-FB8D-597B32C0D6E3}"/>
              </a:ext>
            </a:extLst>
          </p:cNvPr>
          <p:cNvCxnSpPr>
            <a:cxnSpLocks/>
          </p:cNvCxnSpPr>
          <p:nvPr/>
        </p:nvCxnSpPr>
        <p:spPr>
          <a:xfrm flipH="1">
            <a:off x="4632514" y="4212200"/>
            <a:ext cx="4530166" cy="424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de Seta Reta 43">
            <a:extLst>
              <a:ext uri="{FF2B5EF4-FFF2-40B4-BE49-F238E27FC236}">
                <a16:creationId xmlns:a16="http://schemas.microsoft.com/office/drawing/2014/main" id="{7953A0F1-E5BF-4A6A-166D-387B9A98E413}"/>
              </a:ext>
            </a:extLst>
          </p:cNvPr>
          <p:cNvCxnSpPr>
            <a:cxnSpLocks/>
            <a:endCxn id="18" idx="3"/>
          </p:cNvCxnSpPr>
          <p:nvPr/>
        </p:nvCxnSpPr>
        <p:spPr>
          <a:xfrm flipH="1" flipV="1">
            <a:off x="5564393" y="3730076"/>
            <a:ext cx="3598287" cy="415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de Seta Reta 46">
            <a:extLst>
              <a:ext uri="{FF2B5EF4-FFF2-40B4-BE49-F238E27FC236}">
                <a16:creationId xmlns:a16="http://schemas.microsoft.com/office/drawing/2014/main" id="{109817A1-0E73-8111-4E3E-B73CB247E596}"/>
              </a:ext>
            </a:extLst>
          </p:cNvPr>
          <p:cNvCxnSpPr>
            <a:cxnSpLocks/>
          </p:cNvCxnSpPr>
          <p:nvPr/>
        </p:nvCxnSpPr>
        <p:spPr>
          <a:xfrm flipH="1" flipV="1">
            <a:off x="1740936" y="3429000"/>
            <a:ext cx="1757806" cy="4471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de Seta Reta 51">
            <a:extLst>
              <a:ext uri="{FF2B5EF4-FFF2-40B4-BE49-F238E27FC236}">
                <a16:creationId xmlns:a16="http://schemas.microsoft.com/office/drawing/2014/main" id="{0C2CB73C-01C9-A7B6-C091-CE61AD190AFE}"/>
              </a:ext>
            </a:extLst>
          </p:cNvPr>
          <p:cNvCxnSpPr>
            <a:cxnSpLocks/>
          </p:cNvCxnSpPr>
          <p:nvPr/>
        </p:nvCxnSpPr>
        <p:spPr>
          <a:xfrm flipH="1" flipV="1">
            <a:off x="1432317" y="5466496"/>
            <a:ext cx="1187522" cy="6999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>
            <a:extLst>
              <a:ext uri="{FF2B5EF4-FFF2-40B4-BE49-F238E27FC236}">
                <a16:creationId xmlns:a16="http://schemas.microsoft.com/office/drawing/2014/main" id="{3DC462D7-2E35-DA14-BE14-04DFC11E84B2}"/>
              </a:ext>
            </a:extLst>
          </p:cNvPr>
          <p:cNvCxnSpPr>
            <a:cxnSpLocks/>
          </p:cNvCxnSpPr>
          <p:nvPr/>
        </p:nvCxnSpPr>
        <p:spPr>
          <a:xfrm flipV="1">
            <a:off x="1169314" y="3429000"/>
            <a:ext cx="2918" cy="5931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de Seta Reta 61">
            <a:extLst>
              <a:ext uri="{FF2B5EF4-FFF2-40B4-BE49-F238E27FC236}">
                <a16:creationId xmlns:a16="http://schemas.microsoft.com/office/drawing/2014/main" id="{00EE2803-9979-6EDA-EEBD-D6C799C24905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5564393" y="5967131"/>
            <a:ext cx="1333204" cy="2740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66469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Cleiton Tito [ Zallpy ]</dc:creator>
  <cp:lastModifiedBy>Cleiton Tito [ Zallpy ]</cp:lastModifiedBy>
  <cp:revision>1</cp:revision>
  <dcterms:created xsi:type="dcterms:W3CDTF">2023-06-17T16:22:56Z</dcterms:created>
  <dcterms:modified xsi:type="dcterms:W3CDTF">2023-06-17T16:23:23Z</dcterms:modified>
</cp:coreProperties>
</file>